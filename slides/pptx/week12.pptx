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ask how many lines of code they wrote in their last project vs how many they shipped. The gap is dependencies — and that's the attack surface this week. One poisoned package = thousands of victims.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Three verbs to remember all week: KNOW your ingredients (SBOM), PROVE your build (SLSA), SIGN your artifacts (Cosign).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in OWASP 2025 — promoted to A03, reflecting reality. The 10/90 ratio shocks students. You can write perfect code and still be owned through a dependency you never read.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xz (2024): a patient attacker became a trusted maintainer over years, then planted a backdoor caught only by luck (a 0.5s SSH delay). The lesson: trust in maintainers is itself attackable.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xz (2024): a patient attacker became a trusted maintainer over years, then planted a backdoor caught only by luck (a 0.5s SSH delay). The lesson: trust in maintainers is itself attackable.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dependency confusion clearly (it's the game): if your internal pkg "acme-utils" isn't scoped, a public "acme-utils" with a higher version number can get pulled instead. Transitive = you vet your 10 deps, but they pull 800 you never saw. Stress the install-time-execution point — it's why "I never imported it" isn't a defense, and it's exactly what the lab's PWNED.txt marker proves.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find the uncomfortable case themselves: merged mode with the private version numerically HIGHER also happens to be "safe" — but say explicitly that this is not a defense, just luck, since the attacker picks their own version number and will publish something higher. The only real fix in this sim is switching to single-index mode. Ties directly to Task 2 and Task 4's defense #2.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tooling (ties to W2 SCA). This lab is pure Python — no npm project — so it's trivy fs + pip-audit, not npm audit/dependency-check. Run trivy live on the project — it lists CVEs + the fixed version. Q6 of the quiz asks for one real vulnerable dependency they found + remediation.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SBOM = the food-label analogy: you can't manage what you can't list. When the next Log4Shell drops, an SBOM answers "are we affected?" in seconds. SLSA Build Track = levels L0–L3 of build provenance / tamper-resistance (L3 is the top; the old "1–4" numbering was v0.1 and is deprecated).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sign→verify loop. sign.sh runs both tools dockerized — match that here, not a bare local binary. Keyless (Sigstore) = identity-based signing via OIDC through Fulcio, logged in Rekor, no key to leak — name both by name, worksheet Q4 grades on the vocabulary. The deploy gate: refuse any image that doesn't verify → a tampered artifact can't ship. This is the lab's defend step.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sign→verify loop. sign.sh runs both tools dockerized — match that here, not a bare local binary. Keyless (Sigstore) = identity-based signing via OIDC through Fulcio, logged in Rekor, no key to leak — name both by name, worksheet Q4 grades on the vocabulary. The deploy gate: refuse any image that doesn't verify → a tampered artifact can't ship. This is the lab's defend step.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managed option students will meet in industry. Dependabot is the practical supply-chain workhorse: it opens PRs bumping vulnerable deps automatically. Push protection stops secrets at push time — local commits with a secret are allowed, the block fires on push to the remote (recall W2).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checklist, now with the exact flags Task 4 grades. --require-hashes and single-index-url are what actually stops dependency confusion — "pin + scope" alone is too vague to reconstruct on the exam. Verify-before-deploy kills tampered artifacts; MFA on maintainer/CI accounts kills the xz/CircleCI vector. "Automate in CI" sets up W15.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slide — everything from the last five slides (SAST/SCA, SBOM, Cosign, the defenses checklist) is one column each in this diagram, chained in the order a real dependency actually travels. Walk it left to right ONE time, don't re-teach each hop — the point is showing they were never separate tools, they're six links in the same chain. Land on the closing line before moving to the game. ~5 min.
Diagram: Six hops a dependency crosses from a public registry into production, each with its own attack and the control that answers it: registry (typosquatting → one trusted index), resolver (dependency confusion → scope the namespace), fetch (compromised maintainer → lockfile with hashes), build (stale pins → SCA in CI), image (no inventory → SBOM), deploy (unsigned image → Sigstore keyless gate). "We scanned our code" covers none of this — SAST reads the code you wrote, all six hops are code you didn't.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 — the resolver simulation stands in for a live registry (ethics: never publish a real typosquat). Defend side is graded. The SLSA self-assessment makes them reason about their own pipeline.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SLSA self-assessment is the thinking part — they place their own build on the ladder and justify it.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with the three verbs. Cold-call: "the next Log4Shell drops at 2am — what artifact tells you if you're affected?" (the SBOM).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where your code runs. We'll hunt cloud/container misconfigs, the #1 real-world breach cause."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Supply-Chain Security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supply chain is now top-tier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confusion &amp; typosquatting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SBOMs, SLSA provenance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with Sigstore/Cosign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Dependency Confusion Heist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#1 design risk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is ~10% yours, ~90% dependencies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package → thousands of victims (xz, event-stream, SolarWinds)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A03:2025 Software Supply Chain Failures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supply-chain attacks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Case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What happened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SolarWinds (2020)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trojanized vendor update → 18k orgs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Log4Shell (2021)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RCE in a ubiquitous logging dep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event-stream (npm)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malicious dep stole crypto-wallet keys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XZ Utils (2024)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backdoor planted in liblzma upstream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CircleCI (2023)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stolen CI tokens → customer secrets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supply-chain attacks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are shifting upstream: registry → maintainer → CI/CD.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 — reqeusts vs requests; the malicious package's setup.py runs at install time, before any of your code runs — you don't have to import it to be owned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confusion (CWE-1357) — public pkg shadows internal name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updates — compromised maintainer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risk — deps of deps you never chose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which package actually installs?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both versions and the index mode. The resolver's real rule decides.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/sim/resolver-confusion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— find vulnerable deps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"$PWD:/src" aquasec/trivy fs /src   # this lab's Python deps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pip-audit                                                          # vs PyPI advisories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CVEs + fix versions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CWE-1104 (unmaintained), CWE-829 (untrusted inclusion), CWE-1395 (known-vulnerable 3rd-party dependency)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Integrity: prove what you shipped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(CycloneDX/SPDX) — ingredient list of the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— levels of build provenance &amp; tamper-resistance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A08:2025 Software/Data Integrity Failures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with Cosign (keyless)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907792"/>
          </a:xfrm>
          <a:prstGeom prst="roundRect">
            <a:avLst>
              <a:gd name="adj" fmla="val 1887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IMG=week12-supplychain:lab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"$PWD:/src"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aquasec/trivy:latest image --format cyclonedx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/src/sbom.cdx.json "$IMG"                          # SBOM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-e COSIGN_EXPERIMENTAL=1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gcr.io/projectsigstore/cosign:latest sign --yes "$IMG"       # sign (OIDC)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-e COSIGN_EXPERIMENTAL=1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gcr.io/projectsigstore/cosign:latest verify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--certificate-identity-regexp ".*"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--certificate-oidc-issuer-regexp ".*" "$IMG"                 # verify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with Cosign (keyless)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523744"/>
          </a:xfrm>
          <a:prstGeom prst="roundRect">
            <a:avLst>
              <a:gd name="adj" fmla="val 289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Unsigned/tampered image → verification fails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the docker-socket mount (trivy has to reach the local image, not just a local dir) — the SBOM step is a common copy-paste failure if it's dropped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verify needs the two --certificate-*-regexp flags in keyless mode — without them it errors, it doesn't just "fail closed"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signing is backed by Fulcio (short-lived cert authority) + Rekor (public transparency log) — no long-lived private key sitting on disk to leak (CWE-321)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— GitHub Advanced Security (GHAS)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+ push protection — block secrets at push time (before they reach the remote)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code scanning — semantic SAST queries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— alerts + auto-PRs for vulnerable deps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 the repo → results in the Security tab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--require-hashes — a substituted package's hash won't match; install refuses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--index-url, not --extra-index-url — one trusted index; the resolver won't "shop around" and pick a higher-versioned public package over your internal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signatures before deploy (admission policy)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store SBOMs per release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2FA/MFA on dev/CI/cloud accounts; least privilege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SCA in CI (next week)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journey, one dependency</a:t>
            </a:r>
            <a:endParaRPr lang="en-US" sz="2600" dirty="0"/>
          </a:p>
        </p:txBody>
      </p:sp>
      <p:pic>
        <p:nvPicPr>
          <p:cNvPr id="5" name="Image 1" descr="Six hops a dependency crosses from a public registry into production, each with its own attack and the control that answers it: registry (typosquatting → one trusted index), resolver (dependency confusion → scope the namespace), fetch (compromised maintainer → lockfile with hashes), build (stale pins → SCA in CI), image (no inventory → SBOM), deploy (unsigned image → Sigstore keyless gate). &quot;We scanned our code&quot; covers none of this — SAST reads the code you wrote, all six hops are code you didn'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833" y="1097280"/>
            <a:ext cx="3586333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Game — Dependency Confusion Heist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no live registry in this lab — use the resolver simulation to watch a higher-version public pkg beat the private one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057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pin + scope; generate SBOM; sign &amp; verify with Cosign; add a provenance gate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12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12 — labs/week12-supply-chain/worksheet.md (Parts 1–4) · kickoff: bash sca_scan.sh (trivy fs + pip-audit)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report + remediation plan (Part 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file + sign/verify transcript (Part 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One-paragraph SLSA self-assessment + XZ Utils case analysis (Part 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(required, after Part 4 — 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your attack surface is other people's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ingredients (SBOM), prove your build (SLSA), sign your artifacts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trust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Cloud &amp; container security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12</dc:title>
  <dc:subject>PptxGenJS Presentation</dc:subject>
  <dc:creator>Nutthakorn Chalaemwongwan</dc:creator>
  <cp:lastModifiedBy>Nutthakorn Chalaemwongwan</cp:lastModifiedBy>
  <cp:revision>1</cp:revision>
  <dcterms:created xsi:type="dcterms:W3CDTF">2026-09-26T16:56:01Z</dcterms:created>
  <dcterms:modified xsi:type="dcterms:W3CDTF">2026-09-26T16:56:01Z</dcterms:modified>
</cp:coreProperties>
</file>