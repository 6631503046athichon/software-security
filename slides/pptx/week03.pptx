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paste an MD5 hash on screen and crack it live in seconds with a wordlist — "this is why how you store passwords matters." Today is about using crypto correctly; most failures are misuse, not broken math.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Lab: crack weak hashes + break an ECB oracle, then remediate. Theme: "don't roll your own crypto; misuse vetted primitives correctly."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a SAST tool flags MD5 (W2) — today we understand WHY it's wrong and what to do instead.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#1 source of crypto bugs is conceptual confusion. Demo: base64-decode a string live to show encoding gives no protection. Ask: "is hashing reversible?" (no) "is Base64?" (yes, trivially).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intuitive: symmetric = one shared password (fast, but key distribution problem); asymmetric = padlock anyone can close, only you open. TLS = best of both.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common real-world crypto failure. Why slow + salted: slow defeats brute force, salt defeats rainbow tables and makes identical passwords hash differently. Tie to the hook (cracked MD5).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visual that makes ECB "click" — an ECB-penguin-style panel AND a live CBC-malleability demo (flip a ciphertext bit, watch the plaintext bit flip in a sess=...;admin=0;... token) in one sim. Don't stop at "ECB bad, GCM good" — CBC's lack of integrity is the middle step that makes AEAD's *value* click. This is exactly the ECB oracle they break in the lab.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during Capture the Hash. The static companion to the aes-modes sim: identical plaintext -&gt; identical ciphertext (orange, '='), and GCM -&gt; different blocks (blue, '='-crossed). Point at the two equal orange blocks: 'that equality is the leak.' Land on the footer: AES is a primitive, not a decision — mode, nonce, key source and RNG are four separate choices. ~3 min.
Diagram: Two identical 16-byte plaintext blocks encrypted with ECB become two identical ciphertext blocks, so the repetition leaks (the ECB-penguin effect); the same input re-encrypts to the same bytes because there is no nonce. AES-GCM with a random nonce and auth tag produces different, random-looking blocks and detects tampering. Choosing AES is not the fix — AES-ECB leaks and AES-GCM under a hardcoded key is still CWE-798.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attack: the attacker doesn't "reverse" the hash — they hash guesses and compare. Fast+unsalted = cheap; salted+slow = expensive. This is the lab's round 1.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checklist of what to look for / avoid. Each maps to a CWE they'll cite. Note: "no integrity" = attacker can flip ciphertext bits undetected → that's why AEAD (GCM) matters.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"right answers" slide — students should leave able to pick the correct primitive. Emphasize: use vetted libraries, don't invent.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reference; they map lab findings to these.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mechanism slide, parallel to Wk4 parameterize / Wk5 encode. Walk the four rows: md5 is fast + unsalted so a GPU cracks it -&gt; argon2id is slow + salted; ECB leaks -&gt; GCM adds nonce (unique) + tag (integrity); a hardcoded key means one leak breaks everything -&gt; load it from the environment/KMS; random is predictable -&gt; secrets is a CSPRNG. Punch line: crypto isn't one switch, it's four decisions, and a strong primitive with a weak decision is still broken.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mechanism slide, parallel to Wk4 parameterize / Wk5 encode. Walk the four rows: md5 is fast + unsalted so a GPU cracks it -&gt; argon2id is slow + salted; ECB leaks -&gt; GCM adds nonce (unique) + tag (integrity); a hardcoded key means one leak breaks everything -&gt; load it from the environment/KMS; random is predictable -&gt; secrets is a CSPRNG. Punch line: crypto isn't one switch, it's four decisions, and a strong primitive with a weak decision is still broken.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slide — the four separate concepts from the last several slides (KDF, cipher mode, RNG, key source) are one decision each in vulnerable_crypto.py, not one big "use better crypto" fix. Land on the closing line: picking AES-GCM doesn't save you if the key is still hardcoded. ~4 min.
Diagram: Four crypto misuses and their fixes: password storage (md5 to argon2id), cipher mode (hardcoded-key ECB to GCM with a nonce and auth tag), randomness (random.choice to secrets.token_urlsafe), and key source (hardcoded key to an environment variable). One cipher name answers none of these four questions — AES-GCM under a hardcoded key is still CWE-798.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rounds before lab. Round 1 = instant-feedback fun. Round 3 is NOT just "run the pre-fixed code and verify" — be precise that the rehash-on-login migration and the GCM decrypt/tamper-check are the parts students actually write; the rest of the fixed script is handed to them already implemented. Leaderboard on round 1.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Graded output — six pieces, not three; don't let the deliverable slide undersell TLS (Task 8) or the evidence stamp (highest-impact single miss if skipped — output is byte-identical across the cohort without it). Point to vulnerable_crypto.py + solution_skeleton.py.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Graded output — six pieces, not three; don't let the deliverable slide undersell TLS (Task 8) or the evidence stamp (highest-impact single miss if skipped — output is byte-identical across the cohort without it). Point to vulnerable_crypto.py + solution_skeleton.py.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 Cold-call: "how should we store passwords, and why salted+slow?"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Cliffhanger: "Next week — type one quote mark and log in as admin." Remind: hashcat + wordlist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Cryptography Used Correctly (and Misused)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vs encryption vs encoding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storage done right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/ asymmetric basics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crypto failures (A04:2025)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Game: Capture the Hash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— Week 2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find bug patterns; today we study one bug class deeply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misuse is subtle: code "works" but isn't safe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people confuse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— one-way, fixed-size digest (integrity, passwords)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— reversible with a key (confidentiality)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— reversible without a key (Base64 ≠ security!)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Symmetric vs asymmetric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(AES, ChaCha20) — one shared key, fast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(RSA, ECC) — public/private key pair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uses asymmetric to exchange a symmetric session key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storage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408176"/>
          </a:xfrm>
          <a:prstGeom prst="roundRect">
            <a:avLst>
              <a:gd name="adj" fmla="val 51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 plaintext or plain hashes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slow, salted KDF, in order of preference: argon2id → scrypt (if argon2id unavailable) → bcrypt (legacy systems only) → PBKDF2 (FIPS-140 compliance only)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is per-user and random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89864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97180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argon2 import PasswordHasher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 = PasswordHasher(); hash = ph.hash("correct horse battery staple")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why ECB leaks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encrypts each block independently → patterns survive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"ECB penguin": the image is still recognizable encrypted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isn't the fix either — no integrity check means an attacker can flip bits in the ciphertext and the corresponding plaintext bits flip predictably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an authenticated mode (AES-GCM) with a random nonce — confidentiality and integrity together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41071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/sim/aes-modes (interactive simulation, web only)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9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ECB in one picture</a:t>
            </a:r>
            <a:endParaRPr lang="en-US" sz="2600" dirty="0"/>
          </a:p>
        </p:txBody>
      </p:sp>
      <p:pic>
        <p:nvPicPr>
          <p:cNvPr id="5" name="Image 1" descr="Two identical 16-byte plaintext blocks encrypted with ECB become two identical ciphertext blocks, so the repetition leaks (the ECB-penguin effect); the same input re-encrypts to the same bytes because there is no nonce. AES-GCM with a random nonce and auth tag produces different, random-looking blocks and detects tampering. Choosing AES is not the fix — AES-ECB leaks and AES-GCM under a hardcoded key is still CWE-798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214" y="1097280"/>
            <a:ext cx="5577572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the Hash — how cracking works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strip comments, then crack unsalted MD5 with a wordlist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hashcat -m 0 hashes.txt rockyou.txt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203704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313432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Unsalted fast hash → attacker hashes wordlist once, matches millions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would force per-guess work; a slow KDF makes it infeasible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crypto failures (A04:2025)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mode → block patterns leak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keys / keys in source (CWE-321, a case of CWE-798)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RNG (random instead of secrets/CSPRNG) (CWE-330)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/ SHA-1 for security; unauthenticated encryption (no integrity)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 instead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encryption: AES-GCM or ChaCha20-Poly1305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from a secrets manager / KMS — never in code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CSPRNG: secrets (Python), crypto.randomBytes (Node)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SHA-256+ for integrity; argon2id/bcrypt for passwords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 mapping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CWE-327 — broken/risky crypto algorithm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CWE-916 — weak password hash (no/weak KDF)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CWE-330 — insufficiently random values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CWE-321 — hardcoded key (a case of CWE-798, which OWASP files under A07)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fixes — in the code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371600"/>
          </a:xfrm>
          <a:prstGeom prst="roundRect">
            <a:avLst>
              <a:gd name="adj" fmla="val 4000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vulnerable_crypto.py                       -&gt;  solution_skeleton.py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md5(pw).hexdigest()           # CWE-916      -&gt;  argon2.PasswordHasher().hash(pw)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AES.new(key, AES.MODE_ECB)    # CWE-327      -&gt;  AES.new(key, MODE_GCM, nonce=os.urandom(12))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HARDCODED_KEY = b"0123..."    # CWE-798      -&gt;  bytes.fromhex(os.environ["ENC_KEY_HEX"])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random.choice("0123456789")   # CWE-330      -&gt;  secrets.token_urlsafe(16)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862072"/>
            <a:ext cx="8229600" cy="1298448"/>
          </a:xfrm>
          <a:prstGeom prst="roundRect">
            <a:avLst>
              <a:gd name="adj" fmla="val 563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971800"/>
            <a:ext cx="7680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separate decisions — KDF · cipher mode · key source · RNG — not one "use better crypto"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AES" answers none of them: AES-ECB leaks; AES-GCM under a hardcoded key is still CWE-798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fixes — in the code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fix makes the value unguessable / authenticated / unique, not merely "encrypted"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decisions, four fixes</a:t>
            </a:r>
            <a:endParaRPr lang="en-US" sz="2600" dirty="0"/>
          </a:p>
        </p:txBody>
      </p:sp>
      <p:pic>
        <p:nvPicPr>
          <p:cNvPr id="5" name="Image 1" descr="Four crypto misuses and their fixes: password storage (md5 to argon2id), cipher mode (hardcoded-key ECB to GCM with a nonce and auth tag), randomness (random.choice to secrets.token_urlsafe), and key source (hardcoded key to an environment variable). One cipher name answers none of these four questions — AES-GCM under a hardcoded key is still CWE-798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50" y="1097280"/>
            <a:ext cx="4457700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 Game — Capture the Hash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10512"/>
          </a:xfrm>
          <a:prstGeom prst="roundRect">
            <a:avLst>
              <a:gd name="adj" fmla="val 404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(speedrun): crack unsalted/MD5 hashes — fastest team wins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2: exploit an ECB oracle (identical blocks)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(defend): run the fixed version (argon2id + AES-GCM + keys from env) and confirm it holds — then author two pieces yourself: migrate a legacy MD5 record to argon2id on next login, and write the decrypt+tamper-check the fixed version doesn't include for you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 — 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3 — labs/week03-cryptography/worksheet.md (Part 3) · kickoff: docker compose up (runs the crypto scripts)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13432"/>
            <a:ext cx="8229600" cy="1719072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423160"/>
            <a:ext cx="7680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Cracked hashes + method · ECB-leak proof · predictable-token note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code (misuse → fix → CWE closed) — incl. your rehash-on-login migration + GCM decrypt/tamper-check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TLS: read a real cert's issuer/subject/validity + negotiated protocol version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NoteVault's own MD5 hashes for the term-project report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 — deliverable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98448"/>
          </a:xfrm>
          <a:prstGeom prst="roundRect">
            <a:avLst>
              <a:gd name="adj" fmla="val 563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 needs your whoami + student ID + timestamp in-frame — this lab's raw output is identical for the whole cohort by design, so unstamped evidence isn't gradable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(see worksheet)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≠ encryption; hashing isn't reversible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vetted KDFs + authenticated encryption — never roll your own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Randomness &amp; key handling matter as much as the algorithm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Injection &amp; input handling</a:t>
            </a:r>
            <a:endParaRPr lang="en-US" sz="1800" dirty="0"/>
          </a:p>
        </p:txBody>
      </p:sp>
      <p:pic>
        <p:nvPicPr>
          <p:cNvPr id="4" name="Image 0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3</dc:title>
  <dc:subject>PptxGenJS Presentation</dc:subject>
  <dc:creator>Nutthakorn Chalaemwongwan</dc:creator>
  <cp:lastModifiedBy>Nutthakorn Chalaemwongwan</cp:lastModifiedBy>
  <cp:revision>1</cp:revision>
  <dcterms:created xsi:type="dcterms:W3CDTF">2026-09-26T16:55:57Z</dcterms:created>
  <dcterms:modified xsi:type="dcterms:W3CDTF">2026-09-26T16:55:57Z</dcterms:modified>
</cp:coreProperties>
</file>