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 after midterm. Hook: change one number in an API URL and read a stranger's car location — that's the #1 API bug, and it's everywhere. Today: the OWASP API Top 10, hands-on.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1 min. Frame: APIs are where the web bugs (IDOR, injection) reappear without a browser to hide behind. Lab = raid the deliberately vulnerable crAPI app, then fix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 bridge from the web unit. The midterm tested W1-6; APIs reuse all of it. Ask: "what was IDOR?" — because BOLA (the #1 API risk) is literally IDOR at API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framing. No browser = no SameSite/CSP safety net; the API is the raw attack surface. APIs expose object ids by design (REST). Mobile/SPA clients are fully attacker-controlled — never trust what they send.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worked example — this is today's local target (vulnerable_api.py), not crAPI's vehicle-location challenge (which uses GUID ids you can't just increment — don't reuse that worked example against this lab or the ids won't line up). Same root cause as W6 IDOR. Verify before teaching: `get_orders()` in vulnerable_api.py never calls current_user() — grep it live if you doubt this. Toggling X-User-Id (garbage value, wrong id, omitted) makes zero difference; only the URL's own id matters. Don't say "server trusts a client-set header" — that implies a check exists and is merely spoofable. It's simpler and worse than that: no check runs. The fix (solution_api.py) is what actually introduces the X-User-Id comparison — that's where "auth" first exists in this exercise, fake as it is.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it: the server takes the whole JSON body and binds it to the model, including fields the UI never exposes (is_admin, balance). The sim runs both create_user() implementations for real — edit the body, flip the toggle, watch which fields survive. This is today's local target's mass-assignment bug and the weekly quiz Q6. Fix = allow-list the bindable fields (ALLOWED_CREATE_FIELDS in solution_api.py).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Round out the list. API4 = no rate limit → today's lab actually grades this one (Task 3, 401×5 then 429×2). Flag the API3/"excessive data exposure" taxonomy note pre-emptively — a student cross-checking crAPI's challenge list will see it as separate and think the slide is wrong; it's OWASP's own edition difference.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payoff. #1: ownership check on every object access (kills BOLA). DTO/allow-list binding kills mass assignment AND excessive exposure in one move. Schema validation at the edge rejects junk early.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recon, but be upfront it's not homework this week. Emphasize ethics + scope: only against provided sandbox targets. This is the "map the attack surface" muscle from W1, applied live.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that "a feature" + missing authz = RCE. A legit admin editor, abused once an attacker has access. Ties to least-privilege: even admins shouldn't be able to inject executable code.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slide — today's three graded bugs, each traced to its exact line and exact fix. Land on the closing line: nothing here is a malformed-input problem, which is why "sanitize your inputs" doesn't apply this week — these are missing checks, not bad parsing. ~4 min.
Diagram: One REST API with three separate flaws, each in a different handler. GET /api/users/{id}/orders never compares owner to caller — API1 BOLA. POST /api/users splats the whole JSON body into the model — API3 mass assignment. POST /api/login has no counter or lockout — API4 unrestricted resource consumption. All three are authorization and design flaws, not input-validation flaws — the JSON is well formed, so no amount of escaping, encoding, or a WAF rule blocks any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before lab: the local app IS the graded lab — 65 of 100 points, all four tasks above. crAPI is a genuinely fun bonus with zero grading weight and no fix/patch step — don't imply "Round 2" fixes crAPI, nothing does. Defend (task 4) is read-and-cite against a pre-written solution, not student-authored code. The weekly quiz no longer asks for the mass-assignment field/fix/flag (dropped — quiz runs before the lab) — that's required in the worksheet instead.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before lab: the local app IS the graded lab — 65 of 100 points, all four tasks above. crAPI is a genuinely fun bonus with zero grading weight and no fix/patch step — don't imply "Round 2" fixes crAPI, nothing does. Defend (task 4) is read-and-cite against a pre-written solution, not student-authored code. The weekly quiz no longer asks for the mass-assignment field/fix/flag (dropped — quiz runs before the lab) — that's required in the worksheet instead.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Before/after + API-Top-10 mapping. AI-resilient tasks count. Also the NoteVault project API task. Both flags come from the local target (public demo values — practice, not attributable) — remind students crAPI capture isn't part of the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Recap. Cold-call: "what one check stops BOLA?" (per-object ownership authorization).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Cliffhanger: "Next week we leave the web — crash a C binary with a fuzzer and hijack its execution, then rewrite it in Rust." Remind crAPI pulled before next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10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Security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Nutthakorn Chalaemwongwan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REST/GraphQL attack surface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API Security Top 10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 &amp; mass assignment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&amp; resource consumption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Game: crAPI Raid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— Web half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Injection, XSS, auth/IDOR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concentrate all of these — and add their own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APIs are different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Machine-to-machine, no browser to "protect" them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IDs everywhere → ripe for IDOR/BOLA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can send any field → mass assignment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the OWASP API Security Top 10:2023 (still current — no 2025 revision)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BOLA (API1) — the #1 API risk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/api/users/2/orders   → bob's orders — while authenticated as alice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1984248"/>
            <a:ext cx="8229600" cy="1499616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093976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Object Level Authorization = IDOR, at API scale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catch: the vulnerable endpoint doesn't check ownership at all — it hands back whatever &lt;id&gt;'s orders you ask for, full stop. There's no spoofable-but-present check to defeat; there's no check. (The X-User-Id header exists as this lab's stand-in for "auth," but on this route the code never even reads it.)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assignment (API3)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/api/users  { "username":"x", "password":"y", "is_admin":true, "balance":9999 }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1984248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093976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sets fields the server blindly binds (user.update(body) — no allow-list)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Privilege/balance escalation, right at account creation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04495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/sim/mass-assign (interactive simulation, web only)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11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of the Top 10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2322576"/>
          </a:xfrm>
          <a:prstGeom prst="roundRect">
            <a:avLst>
              <a:gd name="adj" fmla="val 315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API2 — broken authentication (this week's X-User-Id header trick is a live example)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API4 — unrestricted resource consumption: no rate limit on /api/login → today's third graded bug (5 failed attempts, then 429)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API6 — unrestricted access to sensitive business flows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2023's taxonomy, "excessive data exposure" isn't its own number — it's folded into API3 BOPLA alongside mass assignment (you may see it listed separately elsewhere, incl. crAPI's own docs — that's the older 2019 split)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Object-level authorization on every request (check ownership)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 request schemas — bind only intended fields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/ quotas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only needed fields (DTOs)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 (OpenAPI / GraphQL types)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Complementary: black-box recon cheat-sheet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only have an IP/URL (Kali):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8229600" cy="1591056"/>
          </a:xfrm>
          <a:prstGeom prst="roundRect">
            <a:avLst>
              <a:gd name="adj" fmla="val 3448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039112"/>
            <a:ext cx="78638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netdiscover                 # find hosts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-sV target             # ports/services (80/443?)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nikto -h http://target      # web server issues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dirb  http://target         # hidden paths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wpscan --url http://target  # if WordPress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hydra ... http-post-form    # password attack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37216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awareness — no worksheet task uses these against today's target; useful for the CTF weeks later in the term.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Real-world: feature abused as backdoor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404-template RCE → bind shell: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8229600" cy="932688"/>
          </a:xfrm>
          <a:prstGeom prst="roundRect">
            <a:avLst>
              <a:gd name="adj" fmla="val 5882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039112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Appearance → Theme Editor → 404 Template → insert exec(...)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trigger by visiting any non-existent page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 -lvp 34567 -e /bin/bash   # attacker gets a shell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30632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063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admin features become RCE without strict authz + integrity checks.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11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API, three flaws</a:t>
            </a:r>
            <a:endParaRPr lang="en-US" sz="2600" dirty="0"/>
          </a:p>
        </p:txBody>
      </p:sp>
      <p:pic>
        <p:nvPicPr>
          <p:cNvPr id="5" name="Image 1" descr="One REST API with three separate flaws, each in a different handler. GET /api/users/{id}/orders never compares owner to caller — API1 BOLA. POST /api/users splats the whole JSON body into the model — API3 mass assignment. POST /api/login has no counter or lockout — API4 unrestricted resource consumption. All three are authorization and design flaws, not input-validation flaws — the JSON is well formed, so no amount of escaping, encoding, or a WAF rule blocks any of them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050" y="1097280"/>
            <a:ext cx="4167901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🥷 Today's raid — the graded target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API, docker compose up → :8080 (vulnerable) / :8081 (fixed):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1560" y="196596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BOLA: 401 → 403 → 200 — probe, get denied, then read another user's orders as yourself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269748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51560" y="26974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assignment: smuggle is_admin/balance into account creation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02920" y="3172968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51560" y="317296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consumption: 401×5 → 429×2 on /api/login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02920" y="3648456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51560" y="3648456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Defend: switch to the pre-written solution_api.py, cite the exact fix line for each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19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🥷 Today's raid — the graded target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(optional, ~20 min): crAPI — OWASP's own intentionally-vulnerable API, real GUID-based BOLA, capture-only, no fix step, no separate grade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Worksheet 10 — labs/week10-api-security/worksheet.md (Part 3) · kickoff: docker compose up → :8080 (insecure) / :8081 (secure)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313432"/>
            <a:ext cx="8229600" cy="1719072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423160"/>
            <a:ext cx="76809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mapped to the API Top 10:2023 + your two flags (FLAG_BOLA, FLAG_MASSASSIGN — public demo values on a local run: practice, not personal)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(authz checks, schemas, limits) — cited from solution_api.py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exploits now fail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the AI / EiPE / Prompt Problem (see worksheet)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BOLA/IDOR is the dominant API bug — check ownership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only fields you intend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and throttle everything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Memory-safety &amp; exploitation</a:t>
            </a:r>
            <a:endParaRPr lang="en-US" sz="1800" dirty="0"/>
          </a:p>
        </p:txBody>
      </p:sp>
      <p:pic>
        <p:nvPicPr>
          <p:cNvPr id="4" name="Image 0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10</dc:title>
  <dc:subject>PptxGenJS Presentation</dc:subject>
  <dc:creator>Nutthakorn Chalaemwongwan</dc:creator>
  <cp:lastModifiedBy>Nutthakorn Chalaemwongwan</cp:lastModifiedBy>
  <cp:revision>1</cp:revision>
  <dcterms:created xsi:type="dcterms:W3CDTF">2026-09-26T16:56:00Z</dcterms:created>
  <dcterms:modified xsi:type="dcterms:W3CDTF">2026-09-26T16:56:00Z</dcterms:modified>
</cp:coreProperties>
</file>