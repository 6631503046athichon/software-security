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BEFORE class: graded flags come only from each student's own hosted CTFd instance (see docs/lesson-plans/week09-midterm-practical.md §3.1) — local Docker is practice and serves demo flags. Confirm in the first 5 min that everyone can log in to CTFd and reach a spawned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time (150 min) + that graded flags are per-student and come only from your own hosted instance (a flag issued to someone else is traceable through CTFd's own records and ctf_integrity_report.py). A local FLAG{..._demo} flag is not a valid submission. Submit via CTFd or the Form.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targets as the W7 mock, weighted unevenly — don't present these as equal-weight. DVWA appears in this week's own README but isn't deployed anywhere in ctf.md's target list — correct it here so no one hunts for a container that isn't running. Juice Shop is similar: ctf.md's Targets line used to list it as an "(or OWASP Juice Shop)" alternative for the XSS slot, but no flag was ever planted there (seed_flags.py / the answer key only seed this course's own apps) — so it wasn't actually part of the graded surface, and that line has been removed from ctf.md. If a student asks, week05's app is the only XSS target; Juice Shop earns no credit. Extra challenges available in exams/item-bank.md (CTF pool) if you rotate.
Diagram: Four categories: Injection (30 pts) from Week 4 — Boolean Bypass SQLi and Shell Out command injection, 15 each. Auth and Access Control (30 pts) from Week 6 — Not Your Order IDOR and Forge Ahead JWT forgery, 15 each. Cryptography (25 pts) from Week 3 — Crack It password cracking (15) and Penguin ECB oracle (10). XSS (15 pts) from Week 5 — Pop the Alert, stored only. Not against DVWA or Juice Shop — this course's own apps, the only targets a flag is actually planted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attack only provided targets; three separate required fields, not one combined note — the mitigation line is graded separately from the method. Then start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collect submissions; grade with the answer key + ctf_integrity_report.py for copied flags (hosted-instance flags only — a _demo flag proves nothing). Preview W10 (APIs).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— Hands-on CTF Practical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1–6 · Individual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Timed, in the sandbox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solved challenge = a flag =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credit for documented progress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areas — 100 pts, 7 challenges</a:t>
            </a:r>
            <a:endParaRPr lang="en-US" sz="2600" dirty="0"/>
          </a:p>
        </p:txBody>
      </p:sp>
      <p:pic>
        <p:nvPicPr>
          <p:cNvPr id="5" name="Image 1" descr="Four categories: Injection (30 pts) from Week 4 — Boolean Bypass SQLi and Shell Out command injection, 15 each. Auth and Access Control (30 pts) from Week 6 — Not Your Order IDOR and Forge Ahead JWT forgery, 15 each. Cryptography (25 pts) from Week 3 — Crack It password cracking (15) and Penguin ECB oracle (10). XSS (15 pts) from Week 5 — Pop the Alert, stored only. Not against DVWA or Juice Shop — this course's own apps, the only targets a flag is actually planted 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722" y="1097280"/>
            <a:ext cx="401255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targets only — ethics policy applies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3 fields per challenge: flag/proof, payload/command, one-line mitigation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flags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10, API security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9 · Midterm</dc:title>
  <dc:subject>PptxGenJS Presentation</dc:subject>
  <dc:creator>Nutthakorn Chalaemwongwan</dc:creator>
  <cp:lastModifiedBy>Nutthakorn Chalaemwongwan</cp:lastModifiedBy>
  <cp:revision>1</cp:revision>
  <dcterms:created xsi:type="dcterms:W3CDTF">2026-09-26T16:55:59Z</dcterms:created>
  <dcterms:modified xsi:type="dcterms:W3CDTF">2026-09-26T16:55:59Z</dcterms:modified>
</cp:coreProperties>
</file>