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type one quote mark into a login box and become admin — promise that demo. Injection is the oldest trick that still works. Today they exploit it, then fix it for real.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Roadmap, 1 min. Tell them the one big idea (data becomes code) unifies SQLi, command injection, and even XSS next week. Lab = exploit DVWA/Juice Shop then patch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 bridge. Last week we protected data at rest; today the attacker sends malicious data IN. Cold-call: "how should we store passwords?" to check W3 stuck.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mental model for the whole week — say it twice. Every injection is the same shape: an interpreter can't tell your data from its own instructions. Ask the class to name interpreters in a typical app (DB, shell, template).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string-concatenation on the board: show how the quote in the input lands inside the SQL string and breaks out. This app is SQLite via Python's sqlite3 module — no stacked queries, no blind SQLi task this week (that's UNION-based, direct-output only). Don't promise a DROP TABLE demo works here; it doesn't. ~7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payoff for "the quote lands inside the string and breaks out" — the sim renders the actual token boundaries shifting as they type, so the break-out is something they watch happen, not a claim on a slide.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worked example — slow down here. Decompose the payload token by token; this is exactly the SQLi Warm-up's auth-bypass hit. A common wrong instinct is to add `OR 1=1` and a `LIMIT` clause copied from a MySQL tutorial — walk through why neither is needed against this SQLite app, and why the bare `'--` is what the worksheet actually uses. ~8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worked example — slow down here. Decompose the payload token by token; this is exactly the SQLi Warm-up's auth-bypass hit. A common wrong instinct is to add `OR 1=1` and a `LIMIT` clause copied from a MySQL tutorial — walk through why neither is needed against this SQLite app, and why the bare `'--` is what the worksheet actually uses. ~8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slide that makes SQLi click — spend time here, it's the one students miss. Draw both on the board. Concatenation: the DB receives one already-joined string and only THEN parses which characters are grammar vs. value, so the user's ' can retroactively become a string-terminator (the break-out they saw in the sim). Parameterized: the driver sends the template WITH the ?-placeholders to the DB and the DB parses+plans the structure FIRST — 'there are exactly two values here' is decided before any user byte is seen — then the values are shipped separately and slotted in as pure data. Because parsing already finished, alice'-- is just a 9-char username that matches no row; the ' and -- are inert. Punch line: parameterization doesn't *clean* the input, it *removes the input's power to change the grammar*. That's why it beats escaping/block-lists, which only try to spot bad characters. ~7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consolidation slide — leave it up while students work Task 1. It shows all three states at once (normal / injected / parameterised) with the token colours: blue = value/data, orange = attacker chars that became code, struck-through grey = the check that no longer runs. Point at the orange ' in row 2 — 'that one character is the whole bug' — then the ? in row 3 — 'the value can't reach the grammar'. Same picture the sqli-parse sim animates live. ~3 min.
Diagram: Three SQL login queries stacked: normal input sits inside the string as data; the injected username alice'-- makes the user's quote close the string and -- comment out the password check so it logs in with no password; and the parameterised version binds alice'-- into a ? placeholder as pure data so the quote and dashes are inert and login fails.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it real — these are careers ended and companies fined. Equifax = a single unpatched input parser. Tie back: every breach here started as "untrusted data interpreted as code".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principle that recurs all term. Block-lists always lose (attackers invent new payloads); allow-lists define what's acceptable. Emphasize: validation is defense-in-depth, NOT the primary SQLi fix (that's parameterization — next).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injection isn't just login boxes — any input reaching an interpreter. Note verbose DB errors are a gift to attackers (schema leakage). Be clear Burp/sqlmap are industry-awareness, not something this week's worksheet has them install — every task here is a plain URL/curl payload.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pattern, deadlier outcome (RCE = own the server, not just the DB). Walk the metacharacters: `;` chains a second command. Ask: "what does `8.8.8.8; cat /etc/passwd` run?"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shape as the SQLi fix — separate command from data. shell=True actually spawns `/bin/sh -c "ping -c 1 &lt;yourstring&gt;"`, so sh does the parsing and every metacharacter (; | &amp; $() backtick &gt; &lt;) is live -&gt; command injection. With an argv list there is NO shell in the picture: execve runs the ping binary with argv = ["ping","-c","1",host], the kernel hands ping exactly four arguments, and host is a single opaque string -&gt; ping tries to resolve "8.8.8.8;cat /flag.txt" as a hostname, fails, done. Nothing ever parses the ;. Exact parallel to parameterized queries: the structure (command + fixed flags) is fixed in code, the data (host) rides in a separate slot no interpreter re-parses. Add an allow-list on host as defense in depth. Punch line: you don't sanitize the metacharacters — you remove the shell that would interpret them. ~6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Connects to W1's /upload threat model. Be precise: this app does NOT give you a working webshell today — Task 4 is a documentation exercise ("what's missing, and why does that stop RCE?"), not a live exploit. Don't imply students will pop a shell; they'll reason about the one control standing between this bug and that outcome.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Connects to W1's /upload threat model. Be precise: this app does NOT give you a working webshell today — Task 4 is a documentation exercise ("what's missing, and why does that stop RCE?"), not a live exploit. Don't imply students will pop a shell; they'll reason about the one control standing between this bug and that outcome.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They map every lab finding to a CWE id — these three are what this week's worksheet actually grades. CWE-434 is a quarter of the exploitation score; don't drop it from this list. ~1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payoff. #1 message: parameterization makes data STAY data — the DB never parses it as SQL. For shells, pass an argv array, not a string. Least-privilege limits blast radius if they still get in.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Synthesis slide — the SAME untrusted value from request.args/request.files is what feeds all three attacks just covered. Land on the closing line: escaping quotes does nothing to a semicolon in a shell, and a safe filename does nothing to SQL. Sets up "Defenses" as three separate fixes, not one. ~4 min.
Diagram: One untrusted request value reaches three different interpreters — SQL (CWE-89, fixed by a parameterized query), the OS shell (CWE-78, fixed by an argument vector with shell=False), and a filesystem write (CWE-434, fixed by an extension allow-list). One input filter cannot guard three grammars — the fix belongs at the sink that parses the value, not at the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Synthesis slide — the SAME untrusted value from request.args/request.files is what feeds all three attacks just covered. Land on the closing line: escaping quotes does nothing to a semicolon in a shell, and a safe filename does nothing to SQL. Sets up "Defenses" as three separate fixes, not one. ~4 min.
Diagram: One untrusted request value reaches three different interpreters — SQL (CWE-89, fixed by a parameterized query), the OS shell (CWE-78, fixed by an argument vector with shell=False), and a filesystem write (CWE-434, fixed by an extension allow-list). One input filter cannot guard three grammars — the fix belongs at the sink that parses the value, not at the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before lab: this is NOT a tiered WAF-bypass ladder — it's 4 fixed attacks against app.py, then proving solution_app.py blocks all 4 ("warm-up cleared" = Task 5). No filter exists in the vulnerable app to bypass; don't set that expectation. DVWA/Juice Shop remain available as optional secondary targets, not the graded game. This is deliberately separate from the arena's own "SQLi Boss Fight" container challenge later in the session — same technique, different target, don't conflate the two names.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before lab: this is NOT a tiered WAF-bypass ladder — it's 4 fixed attacks against app.py, then proving solution_app.py blocks all 4 ("warm-up cleared" = Task 5). No filter exists in the vulnerable app to bypass; don't set that expectation. DVWA/Juice Shop remain available as optional secondary targets, not the graded game. This is deliberately separate from the arena's own "SQLi Boss Fight" container challenge later in the session — same technique, different target, don't conflate the two names.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Logistics. Circulate with TAs. Remind: step 4 (rewrite + prove the payload now fails) is graded, not just the exploit. Also kick off the NoteVault project injection task (worksheet).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Logistics. Circulate with TAs. Remind: step 4 (rewrite + prove the payload now fails) is graded, not just the exploit. Also kick off the NoteVault project injection task (worksheet).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expectations: before AND after code + proof. The AI-resilient tasks are part of the grade. The weekly quiz no longer asks for their payload/flag (that question was dropped — quiz runs before the lab, so it couldn't be answered) — the payload + flag are required in the worksheet's Task 1 and Evidence &amp; Integrity section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in 3 lines. Cold-call: "what's the ONE fix for SQLi?" (parameterized queries).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Cliffhanger: "Next week the same trick runs in the victim's browser — and skims credit cards." Remind DVWA/Juice Shop ready in their VM.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691640" cy="6766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783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E35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03504" y="22402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Injection &amp; Input Handling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840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Nutthakorn Chalaemwongwan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2139696"/>
          </a:xfrm>
          <a:prstGeom prst="roundRect">
            <a:avLst>
              <a:gd name="adj" fmla="val 341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injection is still #1-class of bug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general injection pattern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— hands-on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injection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Defenses: parameterized queries + validation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Game: SQLi Warm-up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— Week 3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failures: ECB, weak hashes, hardcoded keys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≠ encryption ≠ encoding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vetted KDFs (bcrypt/argon2) + authenticated encryption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injection pattern (one idea)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EDF3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3258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Untrusted data gets interpreted as code/commands.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313432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423160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input crosses a trust boundary into an interpreter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SQL, OS shell, LDAP, XPath, template engines, NoSQL…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OWASP A05:2025 Injection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10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injection — how it works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99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vulnerable (this week's app.py, SQLite)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"SELECT * FROM users WHERE username = '" + input + "'"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2203704"/>
            <a:ext cx="8229600" cy="1609344"/>
          </a:xfrm>
          <a:prstGeom prst="roundRect">
            <a:avLst>
              <a:gd name="adj" fmla="val 454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313432"/>
            <a:ext cx="768096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' OR '1'='1 → always true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UNION-based → read other tables in one shot (today's lab)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queries ('; DROP TABLE users; --) are the textbook example, but don't assume they work everywhere — Python's sqlite3 refuses multiple statements in one execute() call; this week's target raises an error instead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10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— watch the parse tree change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an input. See exactly where the quote breaks out of the string.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live: /sim/sqli-parse (interactive simulation, web only)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7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bypass — anatomy of one payload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into the username field: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965960"/>
            <a:ext cx="8229600" cy="493776"/>
          </a:xfrm>
          <a:prstGeom prst="roundRect">
            <a:avLst>
              <a:gd name="adj" fmla="val 11111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203911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alice'--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57200" y="2624328"/>
            <a:ext cx="8229600" cy="493776"/>
          </a:xfrm>
          <a:prstGeom prst="roundRect">
            <a:avLst>
              <a:gd name="adj" fmla="val 11111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269748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users WHERE username = 'alice'--' AND password = '...';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57200" y="3282696"/>
            <a:ext cx="8229600" cy="896112"/>
          </a:xfrm>
          <a:prstGeom prst="roundRect">
            <a:avLst>
              <a:gd name="adj" fmla="val 816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31520" y="3392424"/>
            <a:ext cx="7680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 closes the string literal you're injected into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comments out everything after it, including the password check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13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bypass — anatomy of one payload (cont.)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987552"/>
          </a:xfrm>
          <a:prstGeom prst="roundRect">
            <a:avLst>
              <a:gd name="adj" fmla="val 740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trailing space, no LIMIT trick needed — this app is SQLite via fetchone(), not a MySQL row-count gate; don't carry over MySQL-specific folklore ("needs a space after --") — that's a different engine's quirk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fix: parameterize — data stays data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371600"/>
          </a:xfrm>
          <a:prstGeom prst="roundRect">
            <a:avLst>
              <a:gd name="adj" fmla="val 4000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99032"/>
            <a:ext cx="786384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concatenation: DB gets ONE finished string, decides grammar AFTER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"...WHERE username = '" + user + "'"     # user = alice'--  -&gt;  ' breaks out, code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parameterized: structure parsed and LOCKED first, value bound AFTER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db.execute("...WHERE username = ? AND password = ?", (user, pw))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2862072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971800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locks the query structure before the input ever arrives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alice'-- is then bound as a value — it can no longer become SQL grammar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Escaping quotes patches symptoms; this is the actual fix for SQLi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10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 in one picture — break-out vs. bound value</a:t>
            </a:r>
            <a:endParaRPr lang="en-US" sz="2600" dirty="0"/>
          </a:p>
        </p:txBody>
      </p:sp>
      <p:pic>
        <p:nvPicPr>
          <p:cNvPr id="5" name="Image 1" descr="Three SQL login queries stacked: normal input sits inside the string as data; the injected username alice'-- makes the user's quote close the string and -- comment out the password check so it logs in with no password; and the parameterised version binds alice'-- into a ? placeholder as pure data so the quote and dashes are inert and login fails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828" y="1097280"/>
            <a:ext cx="5018343" cy="35661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7" name="Image 2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impact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719072"/>
          </a:xfrm>
          <a:prstGeom prst="roundRect">
            <a:avLst>
              <a:gd name="adj" fmla="val 425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Equifax (2017): unvalidated HTTP header → Struts RCE (CVE-2017-5638); 147M people, ~$700M settlement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Heartland (2008): SQLi into payment systems → 130M+ cards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Bulgaria: data on almost all adults leaked via SQLi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data leak/modification, full DB control, DoS, reputation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Validate: allow-list, not block-list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517904"/>
          </a:xfrm>
          <a:prstGeom prst="roundRect">
            <a:avLst>
              <a:gd name="adj" fmla="val 481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Allow-list (preferred): accept only known-good (e.g. 0–9 for a phone)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Block-list: ban known-bad → bypassed by new payloads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type · length · range · format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for UX, server-side for security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/ attack surface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920240"/>
          </a:xfrm>
          <a:prstGeom prst="roundRect">
            <a:avLst>
              <a:gd name="adj" fmla="val 381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forms, search boxes, URL params, JSON fields, headers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messages leak schema → enumeration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lab: raw payloads via browser/curl against app.py — no scanner needed to see the mechanism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Burp Suite / sqlmap are real-world tools worth knowing (sandbox-only, ethically) — not required for this week's tasks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injection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99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system("ping -c 1 " . $_GET['host']);   // vulnerable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host = 8.8.8.8; cat /etc/passwd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2203704"/>
            <a:ext cx="8229600" cy="896112"/>
          </a:xfrm>
          <a:prstGeom prst="roundRect">
            <a:avLst>
              <a:gd name="adj" fmla="val 816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313432"/>
            <a:ext cx="7680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metacharacters: ; | &amp; $() \ &gt;`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to RCE — full server compromise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10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fix: no shell — pass an argument vector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371600"/>
          </a:xfrm>
          <a:prstGeom prst="roundRect">
            <a:avLst>
              <a:gd name="adj" fmla="val 4000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99032"/>
            <a:ext cx="786384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vulnerable: shell=True -&gt; the OS shell parses the whole string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subprocess.run("ping -c 1 " + host, shell=True)     # host = 8.8.8.8;cat /flag.txt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fixed: shell=False + argument array -&gt; no shell, no metacharacters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subprocess.run(["ping", "-c", "1", host], shell=False)   # + allow-list host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2862072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971800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shell=True hands your string to /bin/sh, which reads ; | $() as syntax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arg vector runs ping directly — host is one literal argument, never parsed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8.8.8.8;cat /flag.txt becomes one impossible "hostname"; the ; is inert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10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→ RCE (a classic chain)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chain, attacker uploads shell.php: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965960"/>
            <a:ext cx="8229600" cy="493776"/>
          </a:xfrm>
          <a:prstGeom prst="roundRect">
            <a:avLst>
              <a:gd name="adj" fmla="val 11111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203911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 system($_GET['cmd']); ?&gt;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57200" y="2624328"/>
            <a:ext cx="8229600" cy="1901952"/>
          </a:xfrm>
          <a:prstGeom prst="roundRect">
            <a:avLst>
              <a:gd name="adj" fmla="val 3846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31520" y="2734056"/>
            <a:ext cx="768096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upload dir is web-served and PHP-executable: .../uploads/shell.php?cmd=ls%20-l → RCE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lab stops one step earlier: CWE-434 unrestricted upload — the app accepts any file type/extension, but the upload directory is not served or executed. Your task: explain which missing control would complete the chain (type check, extension allow-list, storage outside web root, no-exec) — not demonstrate a live shell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11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→ RCE (a classic chain) (cont.)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786384"/>
          </a:xfrm>
          <a:prstGeom prst="roundRect">
            <a:avLst>
              <a:gd name="adj" fmla="val 930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validate file type via mime_content_type(), allow-list extensions, store uploads outside web root, no execute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CWE mapping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408176"/>
          </a:xfrm>
          <a:prstGeom prst="roundRect">
            <a:avLst>
              <a:gd name="adj" fmla="val 519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CWE-89 — SQL injection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CWE-78 — OS command injection (CWE-77 is its general parent — cite CWE-78, the specific one)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CWE-434 — unrestricted upload of a dangerous file type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Defenses that actually work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8288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queries / prepared statements (the fix for SQLi)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with bound parameters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Allow-list input validation (type, length, format)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shells: use exec APIs with arg arrays, not string concat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DB accounts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value, three interpreters</a:t>
            </a:r>
            <a:endParaRPr lang="en-US" sz="2600" dirty="0"/>
          </a:p>
        </p:txBody>
      </p:sp>
      <p:pic>
        <p:nvPicPr>
          <p:cNvPr id="5" name="Image 1" descr="One untrusted request value reaches three different interpreters — SQL (CWE-89, fixed by a parameterized query), the OS shell (CWE-78, fixed by an argument vector with shell=False), and a filesystem write (CWE-434, fixed by an extension allow-list). One input filter cannot guard three grammars — the fix belongs at the sink that parses the value, not at the source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108" y="1097280"/>
            <a:ext cx="5135784" cy="35661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7" name="Image 2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value, three interpreters (cont.)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517904"/>
          </a:xfrm>
          <a:prstGeom prst="roundRect">
            <a:avLst>
              <a:gd name="adj" fmla="val 481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(WHERE username = &lt;in&gt;) → parameterized query — bind the value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(ping … &lt;in&gt;) → argument vector + shell=False — no shell to parse 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 (save(&lt;in&gt;)) → extension allow-list + store outside web root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filter can't guard three grammars — fix at each sink, not at the source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⚔️ Game — SQLi Warm-up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hits against this week's own app — no filters to bypass, the app has none: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965960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51560" y="196596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bypass (alice'--)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02920" y="2441448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2441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51560" y="2441448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dump (steal all credentials)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02920" y="2916936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2916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051560" y="2916936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injection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02920" y="3392424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16" name="Text 13"/>
          <p:cNvSpPr/>
          <p:nvPr/>
        </p:nvSpPr>
        <p:spPr>
          <a:xfrm>
            <a:off x="502920" y="3392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051560" y="3392424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Unrestricted upload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19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⚔️ Game — SQLi Warm-up (cont.)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325880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51560" y="132588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 cleared: run solution_app.py, prove all four attacks now fail, cite the exact fix line for each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9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steps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EDF3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3258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Worksheet 4 — labs/week04-injection/worksheet.md (Part 3) · kickoff: docker compose up → http://localhost:8080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313432"/>
            <a:ext cx="8229600" cy="493776"/>
          </a:xfrm>
          <a:prstGeom prst="roundRect">
            <a:avLst>
              <a:gd name="adj" fmla="val 11111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386584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--rm -p 80:80 vulnerables/web-dvwa   # optional extra target (or Juice Shop)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02920" y="2971800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51560" y="297180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 injectable parameter, bypass auth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02920" y="3447288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051560" y="3447288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data (UNION dump)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02920" y="3922776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16" name="Text 13"/>
          <p:cNvSpPr/>
          <p:nvPr/>
        </p:nvSpPr>
        <p:spPr>
          <a:xfrm>
            <a:off x="502920" y="3922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051560" y="3922776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command injection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19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steps (cont.)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325880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51560" y="132588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the upload endpoint — document the missing control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02920" y="1801368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51560" y="1801368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endpoints safely &amp; re-test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12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517904"/>
          </a:xfrm>
          <a:prstGeom prst="roundRect">
            <a:avLst>
              <a:gd name="adj" fmla="val 481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Findings: each injection point + payload + impact (CWE-mapped)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fixed code (prepared statements / validation)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the payload no longer works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Audit the AI / EiPE / Prompt Problem (see worksheet)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build interpreter strings from untrusted input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 first; validate as defense-in-depth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= data treated as code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58368" y="2834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XSS &amp; client-side risks</a:t>
            </a:r>
            <a:endParaRPr lang="en-US" sz="1800" dirty="0"/>
          </a:p>
        </p:txBody>
      </p:sp>
      <p:pic>
        <p:nvPicPr>
          <p:cNvPr id="4" name="Image 0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Security · Week 4</dc:title>
  <dc:subject>PptxGenJS Presentation</dc:subject>
  <dc:creator>Nutthakorn Chalaemwongwan</dc:creator>
  <cp:lastModifiedBy>Nutthakorn Chalaemwongwan</cp:lastModifiedBy>
  <cp:revision>1</cp:revision>
  <dcterms:created xsi:type="dcterms:W3CDTF">2026-09-26T16:55:58Z</dcterms:created>
  <dcterms:modified xsi:type="dcterms:W3CDTF">2026-09-26T16:55:58Z</dcterms:modified>
</cp:coreProperties>
</file>