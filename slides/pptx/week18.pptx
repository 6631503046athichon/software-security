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Proctor deck. Week 16 is the capstone studio — no new examinable content, don't imply it's in scope. Before start: confirm exam version (rotate from exams/item-bank.md final pool), time, open/closed-note, integrity (no AI/phones). Keep talk minimal once the clock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section split exactly as printed. All 15 graded items map into the Weeks 10–15 block — this is closer to cumulative-in-name-only than a 60/40 split, say so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BOLA/API is the one people under-revise — it's 20 of 100 points across three sections, not a single "spot the vuln" line. The recall-vs-design 50/50 split and the explicit contrast with Week 8 (no payloads here) are the two framing points worth saying out loud. Show briefly; exam day — don't teach.
Diagram: A thin foundation band (Weeks 1-6, lighter weight) plus a wide emphasis band (Weeks 10-15, most of the exam weight: BOLA/mass-assignment/rate-limits, memory safety, SLSA/SBOM/Cosign, cloud IAM, prompt injection, DevSecOps gates) — Week 16 capstone isn't examinable. Section A (30, modern-stack concepts) and B (20, spot-the-vuln) test recall; C (30, applied design, no payload required) and D (20, pipeline/incident design) test design reasoning — 50/50. Unlike Week 8's midterm, which devoted 30 points to writing an actual SQL injection payload, Week 18 requires zero points of payload-writing: the shift is from writing exploits to designing 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score-saver for the final: it rewards DESIGN reasoning (where the fix belongs), not just bug-spotting — and don't drop "API" from the mapping list, BOLA is graded. Say once, then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remind W19 = team CTF + graded demos; bring runnable project + SBOM/signed artifact/pipeline. Grade with exams/week18-…-answers.md.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18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— Written Exam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· emphasis on Weeks 10–15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408176"/>
          </a:xfrm>
          <a:prstGeom prst="roundRect">
            <a:avLst>
              <a:gd name="adj" fmla="val 519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150 minutes · 100 pts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Cumulative, emphasis Weeks 10–15 (Week 16 capstone is not separately examined)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sections: A Modern-stack concepts (30) · B Spot the Vuln (20) · C Applied (30) · D Design &amp; DevSecOps (20)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18 · Final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assessed</a:t>
            </a:r>
            <a:endParaRPr lang="en-US" sz="2600" dirty="0"/>
          </a:p>
        </p:txBody>
      </p:sp>
      <p:pic>
        <p:nvPicPr>
          <p:cNvPr id="5" name="Image 1" descr="A thin foundation band (Weeks 1-6, lighter weight) plus a wide emphasis band (Weeks 10-15, most of the exam weight: BOLA/mass-assignment/rate-limits, memory safety, SLSA/SBOM/Cosign, cloud IAM, prompt injection, DevSecOps gates) — Week 16 capstone isn't examinable. Section A (30, modern-stack concepts) and B (20, spot-the-vuln) test recall; C (30, applied design, no payload required) and D (20, pipeline/incident design) test design reasoning — 50/50. Unlike Week 8's midterm, which devoted 30 points to writing an actual SQL injection payload, Week 18 requires zero points of payload-writing: the shift is from writing exploits to designing fixes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362" y="1097280"/>
            <a:ext cx="4669277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18 · Final</a:t>
            </a:r>
            <a:endParaRPr lang="en-US" sz="900" dirty="0"/>
          </a:p>
        </p:txBody>
      </p:sp>
      <p:pic>
        <p:nvPicPr>
          <p:cNvPr id="7" name="Image 2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about design, not just single bugs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name the mitigation + where it belongs in the pipeline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every finding to OWASP 2025 / API Security Top 10 / LLM Top 10 / CWE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18 · Final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luck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19: capstone CTF tournament + project demos</a:t>
            </a:r>
            <a:endParaRPr lang="en-US" sz="1800" dirty="0"/>
          </a:p>
        </p:txBody>
      </p:sp>
      <p:pic>
        <p:nvPicPr>
          <p:cNvPr id="4" name="Image 0" descr="/private/tmp/claude-501/-Users-pop7-Library-CloudStorage-OneDrive-MonsterConnectCo--Ltd-Lecture-KOSEN69---software-security/e6d6556f-17de-403d-a9a0-cf2f846149b4/scratchpad/tree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18 · Final</dc:title>
  <dc:subject>PptxGenJS Presentation</dc:subject>
  <dc:creator>Nutthakorn Chalaemwongwan</dc:creator>
  <cp:lastModifiedBy>Nutthakorn Chalaemwongwan</cp:lastModifiedBy>
  <cp:revision>1</cp:revision>
  <dcterms:created xsi:type="dcterms:W3CDTF">2026-09-26T16:56:03Z</dcterms:created>
  <dcterms:modified xsi:type="dcterms:W3CDTF">2026-09-26T16:56:03Z</dcterms:modified>
</cp:coreProperties>
</file>